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46A9F-2834-8EAF-53E0-2AA0E7669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CE52E-891D-3703-C5D5-0008721E0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8FEF4-CBA6-45C6-06CB-9965FF5B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E7C5-9827-474A-A686-1A230E5291A2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3B6F8-14BB-5A4D-8484-DCC38533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1FF50-E017-AAE6-05D7-18C46CFE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DCD0-6217-4670-ACCB-8659A591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8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E5AF8-0E70-44AF-2549-F0437E106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BF6C1-2CC7-A4C6-173F-7497232DB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EC33-FDB8-EC5A-7990-EFCBC7EE0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E7C5-9827-474A-A686-1A230E5291A2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82E3-2738-1470-177C-666D3B5C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EA576-FFF2-86B3-FD05-900753C5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DCD0-6217-4670-ACCB-8659A591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523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AF1F3-99E8-DE59-5026-A00C471ED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82340-E1B5-11DF-5973-332DBD0CA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B0BCD-355E-FCD8-9FF8-10E76555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E7C5-9827-474A-A686-1A230E5291A2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19E1E-F968-07FB-F319-F5988337F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61284-2F48-0F98-A1CC-D5B1A50F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DCD0-6217-4670-ACCB-8659A591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1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C264E-33F2-ABA5-475B-09D1D56B5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F9541-06D0-592F-0FA6-59EE179E1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DBB6E-B7D8-EEFF-33C5-20254A0CB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770C4-BC2B-6C7C-A8F4-7CCD71AF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E7C5-9827-474A-A686-1A230E5291A2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B9A31-2B4B-F4E9-172F-91779EFE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1FA90-147D-8F1E-AFD3-7237E1A8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DCD0-6217-4670-ACCB-8659A591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02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2159-8FAC-B82F-F8F1-67956F96B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00C88-E828-C82C-7BBF-91D3786A5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0C812-17C5-6A42-3E67-44569907C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5351B5-5416-A3C4-13D7-263AA37F24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0425E3-7D6A-06D9-CD7F-5BBCC5EA4C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73F0AB-F2F9-6352-D377-030BBBD9D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E7C5-9827-474A-A686-1A230E5291A2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8BB8B1-7B41-DAD9-0D4F-14356C211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5AC75-58C9-CAFF-9F48-D124EE12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DCD0-6217-4670-ACCB-8659A591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02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03E31-44B9-3C6B-EE47-E4B97096E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BA2CEC-8EE1-FD5E-5CA7-3BCA61423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E7C5-9827-474A-A686-1A230E5291A2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D3473-BB24-BD8D-7309-C6136DCD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959B7-1B5E-901E-69F2-3E63B0F2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DCD0-6217-4670-ACCB-8659A591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37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64CDA2-E3D0-B5ED-EC22-10A2611DA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E7C5-9827-474A-A686-1A230E5291A2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77122-DFCF-BF29-B67B-7C01DFEC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E822C-3708-5623-7249-ADAB80F1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DCD0-6217-4670-ACCB-8659A591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38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4694F-3780-9855-D0D0-888AE8E7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74F42-9103-5ECC-2C93-F5D8DB915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894DF-76F3-166B-4504-3118DF698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1DD97-A462-6A1A-9FFB-49DBB13C5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E7C5-9827-474A-A686-1A230E5291A2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6017B-35EA-79D0-AE95-97AB45E15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CC6AC-768F-7F18-40CA-9B53E8CE2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DCD0-6217-4670-ACCB-8659A591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59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9A8E7-0C4E-0284-F881-63D7085D4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F9BC6-FC58-80C5-DC7E-FC2ED54176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B3596-4039-DADB-AABA-3FA80CD8A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7DF9F-CEAB-1802-9358-8EA08194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E7C5-9827-474A-A686-1A230E5291A2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0FB5A-C429-DB92-A75C-C098BA256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E3E66-DC88-DC74-56F9-0D85C867D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DCD0-6217-4670-ACCB-8659A591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55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216E-B69F-E325-9CBB-0AF5A042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B78057-DF28-3F59-6962-EB5C1B4B1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0CE8F-1B0E-A161-E37E-EE690C544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E7C5-9827-474A-A686-1A230E5291A2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76CAF-AE31-E132-4369-9F3C93C20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5F85C-B2B9-122C-4D67-4C2B95E8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DCD0-6217-4670-ACCB-8659A591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6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B4D8FC-C926-6BF8-1F38-4F3B458BE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CE409-7F49-CF95-DCCE-4E8EB43B7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E3827-7AAA-3106-E6FA-E44E15BA8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E7C5-9827-474A-A686-1A230E5291A2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8C6D3-34E5-F0E2-005F-BA044CE6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100BA-AE3A-6338-2D04-C25658F89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DCD0-6217-4670-ACCB-8659A591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93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11E4E2-7D33-F97D-17C0-6E503C33F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4906F-A560-515B-2E99-80AEB9935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3F3AA-4119-AA2E-F0D2-AE6E2B42E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6E7C5-9827-474A-A686-1A230E5291A2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0DC5C-E3E8-731D-3209-7D40204F7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F58F5-2FF2-D4D9-3914-59F6B02CE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9DCD0-6217-4670-ACCB-8659A591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9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5B01-13D6-8E75-70D8-191DC5856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15D2F-0BA5-8D8B-1C23-AA3C7A4092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20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Quang Nhat Nam</dc:creator>
  <cp:lastModifiedBy>Nguyen Quang Nhat Nam</cp:lastModifiedBy>
  <cp:revision>1</cp:revision>
  <dcterms:created xsi:type="dcterms:W3CDTF">2025-03-20T14:43:31Z</dcterms:created>
  <dcterms:modified xsi:type="dcterms:W3CDTF">2025-03-20T14:43:49Z</dcterms:modified>
</cp:coreProperties>
</file>